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352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259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334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955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070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05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49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00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10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069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2555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806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53653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233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5320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00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626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 Network Intrusion Detection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Architecture Diagram (ML-based Cybersecurity Project)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User Input (</a:t>
            </a:r>
            <a:r>
              <a:rPr dirty="0" err="1"/>
              <a:t>Streamlit</a:t>
            </a:r>
            <a:r>
              <a:rPr dirty="0"/>
              <a:t> UI)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dirty="0"/>
              <a:t>    ↓</a:t>
            </a:r>
          </a:p>
          <a:p>
            <a:r>
              <a:rPr dirty="0"/>
              <a:t>Feature Processing (Encoding + Feature Vector)</a:t>
            </a:r>
          </a:p>
          <a:p>
            <a:pPr marL="0" indent="0">
              <a:buNone/>
            </a:pPr>
            <a:r>
              <a:rPr lang="en-US" dirty="0"/>
              <a:t>      </a:t>
            </a:r>
            <a:r>
              <a:rPr dirty="0"/>
              <a:t>       ↓</a:t>
            </a:r>
          </a:p>
          <a:p>
            <a:r>
              <a:rPr dirty="0"/>
              <a:t>ML Model (Random Forest / .</a:t>
            </a:r>
            <a:r>
              <a:rPr dirty="0" err="1"/>
              <a:t>pkl</a:t>
            </a:r>
            <a:r>
              <a:rPr dirty="0"/>
              <a:t>)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dirty="0"/>
              <a:t>     ↓</a:t>
            </a:r>
          </a:p>
          <a:p>
            <a:r>
              <a:rPr dirty="0"/>
              <a:t>Prediction (Normal / Attack)</a:t>
            </a:r>
          </a:p>
          <a:p>
            <a:pPr marL="0" indent="0">
              <a:buNone/>
            </a:pPr>
            <a:r>
              <a:rPr lang="en-US" dirty="0"/>
              <a:t>     </a:t>
            </a:r>
            <a:r>
              <a:rPr dirty="0"/>
              <a:t>        ↓</a:t>
            </a:r>
          </a:p>
          <a:p>
            <a:r>
              <a:rPr lang="en-US" dirty="0"/>
              <a:t>Logging System (logs.csv)</a:t>
            </a:r>
          </a:p>
          <a:p>
            <a:pPr marL="0" indent="0">
              <a:buNone/>
            </a:pPr>
            <a:r>
              <a:rPr lang="en-US" dirty="0"/>
              <a:t>             ↓</a:t>
            </a:r>
          </a:p>
          <a:p>
            <a:r>
              <a:rPr dirty="0"/>
              <a:t>Analytics Dashboard (</a:t>
            </a:r>
            <a:r>
              <a:rPr dirty="0" err="1"/>
              <a:t>Streamlit</a:t>
            </a:r>
            <a:r>
              <a:rPr dirty="0"/>
              <a:t> Charts)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</TotalTime>
  <Words>66</Words>
  <Application>Microsoft Office PowerPoint</Application>
  <PresentationFormat>On-screen Show (4:3)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Wingdings 3</vt:lpstr>
      <vt:lpstr>Facet</vt:lpstr>
      <vt:lpstr>AI Network Intrusion Detection System</vt:lpstr>
      <vt:lpstr>System Architecture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Fatima Hameed</cp:lastModifiedBy>
  <cp:revision>3</cp:revision>
  <dcterms:created xsi:type="dcterms:W3CDTF">2013-01-27T09:14:16Z</dcterms:created>
  <dcterms:modified xsi:type="dcterms:W3CDTF">2026-06-06T09:55:24Z</dcterms:modified>
  <cp:category/>
</cp:coreProperties>
</file>